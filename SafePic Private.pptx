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7487D-86B5-8655-FF69-7AC92F132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F50C77-56EA-E2F3-AACB-CFC5C985F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B87832-94E7-5017-033C-04A6E5A2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FF9DFB-BA33-2442-1ABD-7D0F8843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89381-10AE-4720-711B-9C0EF18E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6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39085-BE53-B93D-51C9-88046537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3C3932-3191-7464-ABB2-851935E86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AEACC-B8AF-1DC1-50D2-7BC929D8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FE2C5A-1521-4886-8F0B-7FDD7D9D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82EAD1-6826-491C-B068-62F8A6B1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1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B90AE-294D-3A4B-DB11-822E17A6E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577C34-3F37-BF1D-7AC8-866422D0D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FC8DC1-3F34-A3D5-53DB-C4E636B7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AFC6DD-881F-D689-E8DB-0296D837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DD1FF2-077C-D9C3-F2CA-337787A3A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25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0D84C9-A825-0F49-72CC-4E3CF8AD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81CE0B-0F30-63A8-972E-DCB4D985D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F187B0-A186-2339-D8BA-317654580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4EFD5C-6351-5F27-09B5-009B6488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6CE286-5C34-40E8-839E-5B1D193CA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07A478-87FA-FBA5-845F-33501A10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0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72412-D3C6-4972-4C8B-1E86CA58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96ABCE-5006-2995-D48D-D8A829C94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DD8D16-BB56-8942-34CB-5C0770455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3B0E1F-DFD7-C580-D05D-F8F8D1AB2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FD27BA-EC21-FB25-391F-AC0D1F6DC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748A44-CAE0-6DD9-7C8A-9DB05637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0A749D4-7D17-EFD5-F64E-2266BE17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395D09-2BE5-A13C-4733-3A389391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41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530F5-8791-0016-96FA-CBA5CC65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18E0BF-0EAE-574F-2881-DADD4B67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2ABF0D-7615-DF0A-3F96-03713355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F7679D-C80F-E8B8-A70A-C3D8D9DF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35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C0B7BE2-ABA2-9272-D937-C78E34D4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1AE88E-D729-3872-C43F-B521942A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25EB2C-19B9-1ECC-8687-FC2F9F38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A51E7-BC01-CE29-C5F8-61A39237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2F7375-C9EA-3B4D-5AF0-1B4AD7FD9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2F6181-90A3-FF49-65DE-8E6630DFC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550828-912C-CE5B-7414-C6A4923C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F1CC8E-6A7E-F3B3-8746-DEE6D514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D6C5CE-9F94-848C-E74E-CEC7CE7A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31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46162-A27D-99D7-3B02-2F9EF1B1A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1E082C-EA83-F779-6DD0-54B93663E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4C101F-9522-09C2-FA72-437C76B1D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C30BD1-9DA5-D4EA-7AC0-8CB345F3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4CA0-3471-D851-48E0-F7EB0708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B3FA7-4888-FB4F-1AEE-0CDBCFAB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16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30F47-66DB-20AF-1027-D0DA5046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2C19B0-6CDA-5621-7046-F60A268AD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CCAF60-8BC9-C11E-7B72-7602DA47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DAA4FE-23E0-6F6F-FC8C-8418C026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41B31B-4C8E-F5CF-00FA-A768495B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63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A39EEF1-082F-8CA3-5D35-D5F67264D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639395-995B-FE07-DA85-6EC0DD91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311FEC-36BE-438D-B468-50E234B6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A33F74-EBBA-C664-0A66-149A1EA8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981DEC-835C-2D4B-B82D-1B1CE586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70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221BF-C678-4C78-7E09-92A0560B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0D35E-3297-C8A6-723C-176FBAB7F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D60775-A864-6578-1EC7-6B217B1E5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47A9C-9393-48C6-B6A1-949A5C6D2801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BA6F88-A57A-F71B-3479-AFC3A6168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4F4276-F3D4-F1A5-8FF1-3CC571032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579B73-5FD0-462C-B4A7-32D79B2BF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10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200B2-25F1-7BFA-17CF-337EA445C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SafePic</a:t>
            </a:r>
            <a:r>
              <a:rPr lang="en-US" dirty="0"/>
              <a:t> Private.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AFF38-2EFF-3F0A-2136-D6A967818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 пусть твои фотки твои фото — будут только твои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3E5BC-B829-624B-1827-E18C115AB854}"/>
              </a:ext>
            </a:extLst>
          </p:cNvPr>
          <p:cNvSpPr txBox="1"/>
          <p:nvPr/>
        </p:nvSpPr>
        <p:spPr>
          <a:xfrm>
            <a:off x="9197440" y="6388925"/>
            <a:ext cx="2696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Хрипунов Иван </a:t>
            </a:r>
            <a:r>
              <a:rPr lang="ru-RU" dirty="0" err="1"/>
              <a:t>ип</a:t>
            </a:r>
            <a:r>
              <a:rPr lang="ru-RU" dirty="0"/>
              <a:t> - 61</a:t>
            </a:r>
          </a:p>
        </p:txBody>
      </p:sp>
    </p:spTree>
    <p:extLst>
      <p:ext uri="{BB962C8B-B14F-4D97-AF65-F5344CB8AC3E}">
        <p14:creationId xmlns:p14="http://schemas.microsoft.com/office/powerpoint/2010/main" val="415753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0DD63-6F19-CF98-6C39-2A80CD89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важно?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B40306-DF96-8100-FF8D-A73696815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Утечки данных случаются каждый день</a:t>
            </a:r>
          </a:p>
          <a:p>
            <a:r>
              <a:rPr lang="ru-RU" dirty="0"/>
              <a:t>Облачные хранилища взламывают</a:t>
            </a:r>
          </a:p>
          <a:p>
            <a:r>
              <a:rPr lang="ru-RU" dirty="0"/>
              <a:t>Пересылка документов через интернет небезопасна</a:t>
            </a:r>
          </a:p>
        </p:txBody>
      </p:sp>
    </p:spTree>
    <p:extLst>
      <p:ext uri="{BB962C8B-B14F-4D97-AF65-F5344CB8AC3E}">
        <p14:creationId xmlns:p14="http://schemas.microsoft.com/office/powerpoint/2010/main" val="302835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378CA-5578-180E-D855-53B3B77C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Наше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6CD83-FD4B-6FB4-1159-79DB18CF6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none" strike="noStrike" dirty="0">
                <a:effectLst/>
                <a:latin typeface="Google Sans"/>
              </a:rPr>
              <a:t>Работает без интернета:</a:t>
            </a:r>
            <a:r>
              <a:rPr lang="ru-RU" dirty="0"/>
              <a:t> Данные не уходят в сеть</a:t>
            </a:r>
          </a:p>
          <a:p>
            <a:r>
              <a:rPr lang="ru-RU" dirty="0"/>
              <a:t>Быстрое превращение картинки в цифровой шум если того захочет </a:t>
            </a:r>
            <a:r>
              <a:rPr lang="ru-RU" dirty="0" err="1"/>
              <a:t>пользавотель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199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52CD8-9BF7-F49C-ECFA-D29B83B7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Монетизация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2E7961-50BC-55F2-6C66-4261D5BC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теста пользователь сможет зашифровать одно изображение а потом будет платить</a:t>
            </a:r>
          </a:p>
        </p:txBody>
      </p:sp>
    </p:spTree>
    <p:extLst>
      <p:ext uri="{BB962C8B-B14F-4D97-AF65-F5344CB8AC3E}">
        <p14:creationId xmlns:p14="http://schemas.microsoft.com/office/powerpoint/2010/main" val="57365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7509A-F663-1D62-29D9-C90B4E33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7A1482-6D2E-50CE-9952-FFE715D22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u="none" strike="noStrike" dirty="0">
                <a:effectLst/>
                <a:latin typeface="Google Sans"/>
              </a:rPr>
              <a:t>Бизнес:</a:t>
            </a:r>
            <a:r>
              <a:rPr lang="ru-RU" dirty="0"/>
              <a:t> Защита фото документов и отчетов</a:t>
            </a:r>
          </a:p>
          <a:p>
            <a:r>
              <a:rPr lang="ru-RU" b="1" u="none" strike="noStrike" dirty="0">
                <a:effectLst/>
                <a:latin typeface="Google Sans"/>
              </a:rPr>
              <a:t>Частные пользователи:</a:t>
            </a:r>
            <a:r>
              <a:rPr lang="ru-RU" dirty="0"/>
              <a:t> Хранение личных архивов</a:t>
            </a:r>
          </a:p>
        </p:txBody>
      </p:sp>
    </p:spTree>
    <p:extLst>
      <p:ext uri="{BB962C8B-B14F-4D97-AF65-F5344CB8AC3E}">
        <p14:creationId xmlns:p14="http://schemas.microsoft.com/office/powerpoint/2010/main" val="370230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FE8AA-75CC-2925-8420-06BB9569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11280"/>
          </a:xfrm>
        </p:spPr>
        <p:txBody>
          <a:bodyPr/>
          <a:lstStyle/>
          <a:p>
            <a:r>
              <a:rPr lang="ru-RU" dirty="0" err="1"/>
              <a:t>SafePic</a:t>
            </a:r>
            <a:r>
              <a:rPr lang="ru-RU" dirty="0"/>
              <a:t> — надежность в каждом байте</a:t>
            </a:r>
          </a:p>
        </p:txBody>
      </p:sp>
    </p:spTree>
    <p:extLst>
      <p:ext uri="{BB962C8B-B14F-4D97-AF65-F5344CB8AC3E}">
        <p14:creationId xmlns:p14="http://schemas.microsoft.com/office/powerpoint/2010/main" val="35711079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90</Words>
  <Application>Microsoft Office PowerPoint</Application>
  <PresentationFormat>Широкоэкранный</PresentationFormat>
  <Paragraphs>16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Google Sans</vt:lpstr>
      <vt:lpstr>Тема Office</vt:lpstr>
      <vt:lpstr>SafePic Private.</vt:lpstr>
      <vt:lpstr>Почему это важно?</vt:lpstr>
      <vt:lpstr> Наше решение</vt:lpstr>
      <vt:lpstr>Монетизация</vt:lpstr>
      <vt:lpstr>Целевая аудитория</vt:lpstr>
      <vt:lpstr>SafePic — надежность в каждом байте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Хрипунов</dc:creator>
  <cp:lastModifiedBy>Иван Хрипунов</cp:lastModifiedBy>
  <cp:revision>1</cp:revision>
  <dcterms:created xsi:type="dcterms:W3CDTF">2026-04-06T14:19:10Z</dcterms:created>
  <dcterms:modified xsi:type="dcterms:W3CDTF">2026-04-06T14:29:08Z</dcterms:modified>
</cp:coreProperties>
</file>